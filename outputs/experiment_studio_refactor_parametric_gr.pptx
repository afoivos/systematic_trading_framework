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35701c333d444b" /><Relationship Type="http://schemas.openxmlformats.org/officeDocument/2006/relationships/extended-properties" Target="/docProps/app.xml" Id="Rc1930da70a614f77" /><Relationship Type="http://schemas.openxmlformats.org/officeDocument/2006/relationships/officeDocument" Target="/ppt/presentation.xml" Id="R8d2eb41abad0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f0df9dcd54ea0"/>
  </p:sldMasterIdLst>
  <p:notesMasterIdLst>
    <p:notesMasterId xmlns:r="http://schemas.openxmlformats.org/officeDocument/2006/relationships" r:id="Rbbd5709910c343bb"/>
  </p:notesMasterIdLst>
  <p:sldIdLst>
    <p:sldId xmlns:r="http://schemas.openxmlformats.org/officeDocument/2006/relationships" id="256" r:id="R366c5906002d4b53"/>
    <p:sldId xmlns:r="http://schemas.openxmlformats.org/officeDocument/2006/relationships" id="257" r:id="R6ce7c54e6c4346bb"/>
    <p:sldId xmlns:r="http://schemas.openxmlformats.org/officeDocument/2006/relationships" id="258" r:id="R225d3faaec22479c"/>
    <p:sldId xmlns:r="http://schemas.openxmlformats.org/officeDocument/2006/relationships" id="259" r:id="R9c5e0fa4bc6e4cd3"/>
    <p:sldId xmlns:r="http://schemas.openxmlformats.org/officeDocument/2006/relationships" id="260" r:id="R223a4a9513444a06"/>
    <p:sldId xmlns:r="http://schemas.openxmlformats.org/officeDocument/2006/relationships" id="261" r:id="R4823f77dfece4099"/>
    <p:sldId xmlns:r="http://schemas.openxmlformats.org/officeDocument/2006/relationships" id="262" r:id="R5b771e88c7d349cb"/>
    <p:sldId xmlns:r="http://schemas.openxmlformats.org/officeDocument/2006/relationships" id="263" r:id="R0627eed9d11c433a"/>
    <p:sldId xmlns:r="http://schemas.openxmlformats.org/officeDocument/2006/relationships" id="264" r:id="R6e8b33ca044547fe"/>
    <p:sldId xmlns:r="http://schemas.openxmlformats.org/officeDocument/2006/relationships" id="265" r:id="R2a82c1edce934c38"/>
    <p:sldId xmlns:r="http://schemas.openxmlformats.org/officeDocument/2006/relationships" id="266" r:id="R9301a60b3cb34d3e"/>
    <p:sldId xmlns:r="http://schemas.openxmlformats.org/officeDocument/2006/relationships" id="267" r:id="Rb7465eeb59c148a1"/>
    <p:sldId xmlns:r="http://schemas.openxmlformats.org/officeDocument/2006/relationships" id="268" r:id="R860607d0d9004585"/>
    <p:sldId xmlns:r="http://schemas.openxmlformats.org/officeDocument/2006/relationships" id="269" r:id="R64877a34806545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5e55e45b214203" /><Relationship Type="http://schemas.openxmlformats.org/officeDocument/2006/relationships/slideMaster" Target="/ppt/slideMasters/slideMaster1.xml" Id="Ra39f0df9dcd54ea0" /><Relationship Type="http://schemas.openxmlformats.org/officeDocument/2006/relationships/notesMaster" Target="/ppt/notesMasters/notesMaster1.xml" Id="Rbbd5709910c343bb" /><Relationship Type="http://schemas.openxmlformats.org/officeDocument/2006/relationships/presProps" Target="/ppt/presProps.xml" Id="R49b358affb574d4c" /><Relationship Type="http://schemas.openxmlformats.org/officeDocument/2006/relationships/tableStyles" Target="/ppt/tableStyles.xml" Id="R8675afcdb75a4ca9" /><Relationship Type="http://schemas.openxmlformats.org/officeDocument/2006/relationships/slide" Target="/ppt/slides/slide1.xml" Id="R366c5906002d4b53" /><Relationship Type="http://schemas.openxmlformats.org/officeDocument/2006/relationships/slide" Target="/ppt/slides/slide2.xml" Id="R6ce7c54e6c4346bb" /><Relationship Type="http://schemas.openxmlformats.org/officeDocument/2006/relationships/slide" Target="/ppt/slides/slide3.xml" Id="R225d3faaec22479c" /><Relationship Type="http://schemas.openxmlformats.org/officeDocument/2006/relationships/slide" Target="/ppt/slides/slide4.xml" Id="R9c5e0fa4bc6e4cd3" /><Relationship Type="http://schemas.openxmlformats.org/officeDocument/2006/relationships/slide" Target="/ppt/slides/slide5.xml" Id="R223a4a9513444a06" /><Relationship Type="http://schemas.openxmlformats.org/officeDocument/2006/relationships/slide" Target="/ppt/slides/slide6.xml" Id="R4823f77dfece4099" /><Relationship Type="http://schemas.openxmlformats.org/officeDocument/2006/relationships/slide" Target="/ppt/slides/slide7.xml" Id="R5b771e88c7d349cb" /><Relationship Type="http://schemas.openxmlformats.org/officeDocument/2006/relationships/slide" Target="/ppt/slides/slide8.xml" Id="R0627eed9d11c433a" /><Relationship Type="http://schemas.openxmlformats.org/officeDocument/2006/relationships/slide" Target="/ppt/slides/slide9.xml" Id="R6e8b33ca044547fe" /><Relationship Type="http://schemas.openxmlformats.org/officeDocument/2006/relationships/slide" Target="/ppt/slides/slide10.xml" Id="R2a82c1edce934c38" /><Relationship Type="http://schemas.openxmlformats.org/officeDocument/2006/relationships/slide" Target="/ppt/slides/slide11.xml" Id="R9301a60b3cb34d3e" /><Relationship Type="http://schemas.openxmlformats.org/officeDocument/2006/relationships/slide" Target="/ppt/slides/slide12.xml" Id="Rb7465eeb59c148a1" /><Relationship Type="http://schemas.openxmlformats.org/officeDocument/2006/relationships/slide" Target="/ppt/slides/slide13.xml" Id="R860607d0d9004585" /><Relationship Type="http://schemas.openxmlformats.org/officeDocument/2006/relationships/slide" Target="/ppt/slides/slide14.xml" Id="R64877a34806545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d1f5e730a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e0407f126f4505" /><Relationship Type="http://schemas.openxmlformats.org/officeDocument/2006/relationships/notesMaster" Target="/ppt/notesMasters/notesMaster1.xml" Id="Rb496c253c817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5ce3b9096041b4" /><Relationship Type="http://schemas.openxmlformats.org/officeDocument/2006/relationships/notesMaster" Target="/ppt/notesMasters/notesMaster1.xml" Id="R2dce0d1747fe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ded2617905453f" /><Relationship Type="http://schemas.openxmlformats.org/officeDocument/2006/relationships/notesMaster" Target="/ppt/notesMasters/notesMaster1.xml" Id="R6dd85dbe201a41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caafabbaf74a87" /><Relationship Type="http://schemas.openxmlformats.org/officeDocument/2006/relationships/notesMaster" Target="/ppt/notesMasters/notesMaster1.xml" Id="R3545fef30ec7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5ab823a4cc41c5" /><Relationship Type="http://schemas.openxmlformats.org/officeDocument/2006/relationships/notesMaster" Target="/ppt/notesMasters/notesMaster1.xml" Id="R7e928530c7aa4b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c38178796d402d" /><Relationship Type="http://schemas.openxmlformats.org/officeDocument/2006/relationships/notesMaster" Target="/ppt/notesMasters/notesMaster1.xml" Id="R01fc309b58504b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038eae5a3d4198" /><Relationship Type="http://schemas.openxmlformats.org/officeDocument/2006/relationships/notesMaster" Target="/ppt/notesMasters/notesMaster1.xml" Id="Re016f9fc65434c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563667f5e14099" /><Relationship Type="http://schemas.openxmlformats.org/officeDocument/2006/relationships/notesMaster" Target="/ppt/notesMasters/notesMaster1.xml" Id="R1c2535091731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80ad01bade42de" /><Relationship Type="http://schemas.openxmlformats.org/officeDocument/2006/relationships/notesMaster" Target="/ppt/notesMasters/notesMaster1.xml" Id="Rf0ce72ca927747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12bef719c7449e" /><Relationship Type="http://schemas.openxmlformats.org/officeDocument/2006/relationships/notesMaster" Target="/ppt/notesMasters/notesMaster1.xml" Id="R6cea1b474f4146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8f44504a1547a1" /><Relationship Type="http://schemas.openxmlformats.org/officeDocument/2006/relationships/notesMaster" Target="/ppt/notesMasters/notesMaster1.xml" Id="R512b6c8103f948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5a15813c4347b6" /><Relationship Type="http://schemas.openxmlformats.org/officeDocument/2006/relationships/notesMaster" Target="/ppt/notesMasters/notesMaster1.xml" Id="R76a8b664bba54c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c66662a72a4d72" /><Relationship Type="http://schemas.openxmlformats.org/officeDocument/2006/relationships/notesMaster" Target="/ppt/notesMasters/notesMaster1.xml" Id="R1cd7b8a8084540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8109e0a4114796" /><Relationship Type="http://schemas.openxmlformats.org/officeDocument/2006/relationships/notesMaster" Target="/ppt/notesMasters/notesMaster1.xml" Id="Rd7af9c3ceb6e4f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8d92d14954f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0ee5569e6e430a" /><Relationship Type="http://schemas.openxmlformats.org/officeDocument/2006/relationships/slideLayout" Target="/ppt/slideLayouts/slideLayout1.xml" Id="Ra5e96282450440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e96282450440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2ff27f47d4c7d" /><Relationship Type="http://schemas.openxmlformats.org/officeDocument/2006/relationships/notesSlide" Target="/ppt/notesSlides/notesSlide1.xml" Id="Rbeed36537bd845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302d5b1954f0b" /><Relationship Type="http://schemas.openxmlformats.org/officeDocument/2006/relationships/notesSlide" Target="/ppt/notesSlides/notesSlide2.xml" Id="R5820f9dd8c72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a7fef19a4e60" /><Relationship Type="http://schemas.openxmlformats.org/officeDocument/2006/relationships/notesSlide" Target="/ppt/notesSlides/notesSlide3.xml" Id="R6a98dc2b3f4f48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cc14fa55e4c45" /><Relationship Type="http://schemas.openxmlformats.org/officeDocument/2006/relationships/notesSlide" Target="/ppt/notesSlides/notesSlide4.xml" Id="R58373f7ed8064e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a3cb83d8a48d0" /><Relationship Type="http://schemas.openxmlformats.org/officeDocument/2006/relationships/notesSlide" Target="/ppt/notesSlides/notesSlide5.xml" Id="R76036344e01f40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040a52f3c4d4f" /><Relationship Type="http://schemas.openxmlformats.org/officeDocument/2006/relationships/notesSlide" Target="/ppt/notesSlides/notesSlide6.xml" Id="Re561c4231e2940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9b2b80c44403f" /><Relationship Type="http://schemas.openxmlformats.org/officeDocument/2006/relationships/notesSlide" Target="/ppt/notesSlides/notesSlide7.xml" Id="R63ef15ecdfb848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c1eaf02114282" /><Relationship Type="http://schemas.openxmlformats.org/officeDocument/2006/relationships/notesSlide" Target="/ppt/notesSlides/notesSlide8.xml" Id="R44e2382c433f4f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9e4b31f004a77" /><Relationship Type="http://schemas.openxmlformats.org/officeDocument/2006/relationships/notesSlide" Target="/ppt/notesSlides/notesSlide9.xml" Id="R9cce582be55c48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a273fce06400f" /><Relationship Type="http://schemas.openxmlformats.org/officeDocument/2006/relationships/notesSlide" Target="/ppt/notesSlides/notesSlide10.xml" Id="Rb90267cb89fd4c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729507a8c4e39" /><Relationship Type="http://schemas.openxmlformats.org/officeDocument/2006/relationships/notesSlide" Target="/ppt/notesSlides/notesSlide11.xml" Id="Ra66170710ef64f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86b424ec54b2f" /><Relationship Type="http://schemas.openxmlformats.org/officeDocument/2006/relationships/notesSlide" Target="/ppt/notesSlides/notesSlide12.xml" Id="R1ddb036f40fc4c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20ab4d42f4bd5" /><Relationship Type="http://schemas.openxmlformats.org/officeDocument/2006/relationships/notesSlide" Target="/ppt/notesSlides/notesSlide13.xml" Id="R03859c680f034b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a858573dd4185" /><Relationship Type="http://schemas.openxmlformats.org/officeDocument/2006/relationships/notesSlide" Target="/ppt/notesSlides/notesSlide14.xml" Id="Rfb94e233fe98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C1C92-2796-48CA-9F24-21FD38C2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EABFA-4E96-4205-BB4F-FE61416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Experiment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3E8C5-A1CC-4EE4-BD4F-09FE1E65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Visual construction, live validation, run and analysis —</a:t>
            </a:r>
          </a:p>
          <a:p xmlns:a="http://schemas.openxmlformats.org/drawingml/2006/main">
            <a:pPr algn="l">
              <a:defRPr sz="22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all in one continuous workspace.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4667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30873-AA99-4981-8A54-2F0A274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Πρόταση επανασχεδιασμού για το Systematic Trading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10586-CDD8-42AC-BE6A-A116AF5D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Ιούλιος 2026</a:t>
            </a:r>
          </a:p>
        </p:txBody>
      </p:sp>
    </p:spTree>
    <p:extLst>
      <p:ext uri="{BB962C8B-B14F-4D97-AF65-F5344CB8AC3E}">
        <p14:creationId xmlns:p14="http://schemas.microsoft.com/office/powerpoint/2010/main" val="643920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FD4E4-4BB8-4D0D-92F8-103A43DE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9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σωστή κίνηση είναι νέο Experiment Studio — όχι μεγαλύτερο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FD045-BAE6-432C-A7D2-3ED8849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BD2A-EF9C-4D96-B93E-24CBF9A3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4B4B"/>
                </a:solidFill>
                <a:latin typeface="Arial"/>
                <a:ea typeface="Arial"/>
                <a:cs typeface="Arial"/>
              </a:rPr>
              <a:t>ΣΗΜΕΡΑ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C5E48-8C46-4DBD-BE02-B3C2DD0A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YAML → run → artifacts →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81C95-160C-49B0-B9AB-D1A2DAB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Η κατασκευή και η κατανόηση του experiment ζουν σε διαφορετικά εργαλεία και διαφορετικές χρονικές στιγμές.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3D93C-A433-47AC-B3E1-DD143C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ΠΡΟΤΑΣΗ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4C86E-ABDD-4048-A185-BFCC4DBB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Build → inspect → run → 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3C865-1F26-4DC0-A22F-FD683CB9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Ένας ενιαίος καμβάς γίνεται η κύρια διεπαφή. Το YAML παραμένει canonical, αλλά παράγεται και συγχρονίζεται αυτόματα.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905500" y="1571625"/>
            <a:ext cx="0" cy="3429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8A07E-5805-43C2-B208-FD8269F6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E8079-6D8D-4EB3-846D-F18F402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REBUILD THE SHELL</a:t>
            </a:r>
          </a:p>
        </p:txBody>
      </p:sp>
    </p:spTree>
    <p:extLst>
      <p:ext uri="{BB962C8B-B14F-4D97-AF65-F5344CB8AC3E}">
        <p14:creationId xmlns:p14="http://schemas.microsoft.com/office/powerpoint/2010/main" val="19078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A4321-9948-4932-A7BA-CA8E9DC5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96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υπάρχον app έχει καλά primitives, αλλά η ροή παραμένει selector-first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3706F-5430-4104-B48D-B60A17D0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CCA02-B51E-4529-A614-3CFEA1E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5C3F7-D554-4E67-8368-A1E6699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Control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0C57A-B1DB-46E0-A1EA-390A8228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Dataset, date range, catalogs και builders στοιβάζονται σε μία μεγάλη αριστερή στήλη.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15B16-8A65-4018-B9CC-58A0CC59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F729E-31D9-47A7-92AC-2750217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Parameterized series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17AEC-EE4C-4DF8-BADF-5C9D5912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81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Υπάρχει ήδη schema-driven configuration, αλλά όχι οπτική σύνθεση ολόκληρου experiment.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E0D1A-8A74-48FF-967C-412B6D4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A6C26-89B0-453D-AAFA-7D9C922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Results 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29E78-C541-4395-A9DC-5C71894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Experiments, trades, equity και overlays εμφανίζονται κυρίως αφού υπάρχουν artifacts.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4857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BE37E-AC6F-4523-8A9A-AA212229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Συμπέρασμα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083B3-BBAC-4684-BF0C-57AD6E07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625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Δεν χρειάζεται να πετάξουμε το domain logic· χρειάζεται να αλλάξουμε το interaction model και το app shell.</a:t>
            </a:r>
          </a:p>
        </p:txBody>
      </p:sp>
    </p:spTree>
    <p:extLst>
      <p:ext uri="{BB962C8B-B14F-4D97-AF65-F5344CB8AC3E}">
        <p14:creationId xmlns:p14="http://schemas.microsoft.com/office/powerpoint/2010/main" val="17689588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D11B75-FE76-4855-886C-C23A60CF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YAML μετατρέπεται σε οπτικό γράφο χωρίς να χάνει την ακρίβειά του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7A6EB-7436-4305-A03A-0B3A4CF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CA175-0FDC-435A-879F-0AF8B82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859CE-5E75-4889-ADB7-6436E71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0C298-43CC-4561-B2FA-4C1AB0E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6FE80-80B7-44E6-8C93-19217FD1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5F717-27A9-4660-BFA4-03FAACDA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source + 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4F40C-38C7-4546-A712-1F82E45C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29B14-8039-4B93-BE69-FB5E8F2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0417E-9584-4B61-B220-3CF38FCA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9A26E-43F7-41EE-BC5A-9AB085FD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D9AAE-5963-41DD-9287-9E2211B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steps + helpers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065A0-E9A7-48AC-9EAF-D65BC78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41CE9-030D-4DBC-B17C-C18F1B0E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BD397-62E4-4568-8672-B4757758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3C2F4-85A6-4300-90BB-486B494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0E957-7CEF-49CB-99B8-53824E4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horizon + purge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9726A-22BF-4D0B-9C6B-99648F8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D89E5-A7DD-4CCC-BE3B-59B88AA1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E1BA1-A944-4502-B415-60725182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9092C-4C78-4D4C-BBF3-0BF4B90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B682F-E9B4-4005-8CF3-91333BB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split +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C4884-99F9-4804-98AE-F6979AFE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52625"/>
            <a:ext cx="19240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6781B-7AA1-425D-B080-89BFA6A0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52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B4B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9B41B-C791-4D53-979E-DA711CE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590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3ADE5-123D-4E46-8F63-E5DFC3B4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43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E3ECB-9A48-4E3D-9E21-BBC55BCD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05100"/>
            <a:ext cx="1590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threshold + mode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23241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46863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70485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9410700" y="2628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A9118B-F47B-448B-8283-96D2840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Κάθε node αντιστοιχεί σε έγκυρο YAML block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4DC83-72ED-4EBF-8814-9DD260B9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835AEA-7336-46F5-8B3A-1E5D72C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Registry-backed component picker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088C8D-D0DB-4DCF-AE22-78BF9F75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20652B-EC9C-48B7-AB71-F4C75689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Typed params και defaults από το schema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0DC6C7-8BE6-4150-9975-96D2395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34B1DA-7B70-4E32-92E7-3FF3337C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Αυτόματα input/output column contracts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CE3103-DA45-4EFA-9FD7-A995A638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Δύο ισότιμες όψεις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D41562-A6A5-49E1-A1F7-D937B21C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035C05-3D6F-47CA-965D-EA981F5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3BE033-F87D-42B2-BDF9-4534CD5D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CDD3"/>
                </a:solidFill>
                <a:latin typeface="Arial"/>
                <a:ea typeface="Arial"/>
                <a:cs typeface="Arial"/>
              </a:rPr>
              <a:t>primary workflow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683817-5BE7-48B3-B153-DEADDEB4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9FAFFD-C239-473B-A6FF-AEB41714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YAML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F1B079-53B8-4470-A137-DA5A4CE6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inspect / import / export</a:t>
            </a:r>
          </a:p>
        </p:txBody>
      </p:sp>
    </p:spTree>
    <p:extLst>
      <p:ext uri="{BB962C8B-B14F-4D97-AF65-F5344CB8AC3E}">
        <p14:creationId xmlns:p14="http://schemas.microsoft.com/office/powerpoint/2010/main" val="9446685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EEF34D-667C-4669-B6DE-490C1D9C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8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βασική οθόνη είναι ένας καμβάς εργασίας, όχι μια σελίδα ρυθμίσεων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5F714-71EA-407E-BE08-58CFE7F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0E488-1886-4220-958F-BD4A244F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F8721-A9FA-40F1-B143-B5A8AC9E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9525">
            <a:solidFill>
              <a:srgbClr val="0B0F1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0FEF8-2961-4E30-86FF-CAACE086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0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5B624-E6D3-498E-9045-C707DC4B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430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3D2E"/>
          </a:solidFill>
          <a:ln xmlns:a="http://schemas.openxmlformats.org/drawingml/2006/main" w="9525">
            <a:solidFill>
              <a:srgbClr val="173D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0E960-EE2F-437A-BCA7-899A039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097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Draft saved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F3736-1B69-48F7-96BA-1A76AD1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4302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8D0E9-5369-4737-990E-D2ED3EDE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09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8DF25-5CB9-4B97-B610-C88E2401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343025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A36EB-5E64-442C-8C8C-1BC997A9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4097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07CCF-C99E-47F4-A237-8C1FFC30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0955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32E14-1BB1-4AEF-8DD5-F56D07C6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95DD1-ADEA-4ECC-94F5-DE0C23F4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ABA94-2988-4675-A859-CD6B3B6F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605C6-C9F2-421C-AEC6-9F7DA94F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BA9E3-09FC-4DAD-BD72-690155E9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Features + helpers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E8DCA-6DCF-4B05-B61C-6E4F6FEA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2673E-8912-4243-A7F3-CC8DD80D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09C9F-F911-464F-9D12-484C0B63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E20DD-7610-4AFB-A6F2-6ED2B352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D60D2-21B2-4320-A20D-BB500C1B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2207B-9853-4AF2-B9DE-2AF8C61E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AF534-31E8-4DD6-BEE1-754557DD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01A1E-190A-4DA7-9B58-164D8B01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Backtest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6BD99-16E7-4F8D-80B5-523EB1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AD7FF-E7C1-4E13-8FEF-B6942A3A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EAF96-7721-48DE-B572-1057BC3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6191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9757C7-0D90-4680-94AA-900A677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Pipeline canvas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15842-2922-4100-800A-46D5F83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9CECCC-4E97-4292-B288-50A45CD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342E5-1A38-428E-A31A-FA0DD52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D21C07-FA95-4126-96CC-FF1296C4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67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SPX500 · 30m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4A44DB-5E08-48FD-9F22-84EC3974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28975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2018–2026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3DAAB3-D6B8-435E-86F9-DBBDC247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B03B7A-3116-43F9-B724-ED3C6DEA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915F2-7AB6-4B5E-814A-A075A22D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193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E9D91F-1C03-48E9-95F0-AE4AC0D5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Volatility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0C566D-6104-4E74-98DF-79C5352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28975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rolling 96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6A9CFA-740F-4D7F-8487-13061C2F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C2F5E0-AFE6-4E40-9529-3660FF31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9D6921-D5C0-434D-899F-E2E42E0E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34F8D0-B246-4258-ABAC-87834214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67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7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Forward return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A5C2CE-0C6C-4C84-BAB3-D4E36FE5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horizon 8</a:t>
            </a:r>
          </a:p>
        </p:txBody>
      </p:sp>
      <p:cxnSp>
        <p:nvCxnSpPr>
          <p:cNvPr id="118" name=""/>
          <p:cNvCxnSpPr/>
          <p:nvPr/>
        </p:nvCxnSpPr>
        <p:spPr>
          <a:xfrm xmlns:a="http://schemas.openxmlformats.org/drawingml/2006/main">
            <a:off x="4476750" y="29241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119" name=""/>
          <p:cNvCxnSpPr/>
          <p:nvPr/>
        </p:nvCxnSpPr>
        <p:spPr>
          <a:xfrm xmlns:a="http://schemas.openxmlformats.org/drawingml/2006/main">
            <a:off x="6381750" y="29241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F973DB-FD26-4895-B539-0512A238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66A6CC-FFFD-4086-83DF-BA5849BE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07FF47-68F0-4F31-A93E-64C76F3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E2CAE0-1B21-400C-9580-CEAE6AC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481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LightGBM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F29AD9-B112-4D63-A978-83DDB726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walk-forward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849ACE-00EB-4144-B33E-2F2826B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B68F3F-5383-4ED6-8278-520C78D1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B4B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548D8B-3A09-41EE-9E53-63DAD5C5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00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9B7ED0-98D9-4333-96DB-382C005A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809824-9869-4D27-ABEB-9B622614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0100"/>
            <a:ext cx="128587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0.60 / 0.40</a:t>
            </a:r>
          </a:p>
        </p:txBody>
      </p:sp>
      <p:cxnSp>
        <p:nvCxnSpPr>
          <p:cNvPr id="130" name=""/>
          <p:cNvCxnSpPr/>
          <p:nvPr/>
        </p:nvCxnSpPr>
        <p:spPr>
          <a:xfrm xmlns:a="http://schemas.openxmlformats.org/drawingml/2006/main">
            <a:off x="7477125" y="33813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cxnSp>
        <p:nvCxnSpPr>
          <p:cNvPr id="131" name=""/>
          <p:cNvCxnSpPr/>
          <p:nvPr/>
        </p:nvCxnSpPr>
        <p:spPr>
          <a:xfrm xmlns:a="http://schemas.openxmlformats.org/drawingml/2006/main">
            <a:off x="6381750" y="43053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CE2960-8233-411A-976F-C0BB03C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31051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546AB9-AC69-40F0-B21B-BB26297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INSPECTOR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FD5301-0F9C-4E51-8FBD-6E81E5DD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33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Volatility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A25F15-4EA5-4CE4-A68D-37B98C85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 · NORMALIZE · HELPERS · OUTPUTS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37BD41-8F71-430A-AD73-6749D9A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rolling_windows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EA9E33-280A-4425-8AE0-50B7661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24E758-A4F1-4A79-98FB-4C653CC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19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FAC750-46B1-45C2-81C3-0A96AFBB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normalization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9B108C-F2D5-4542-ACD6-CC20FEF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5E4F118-BA4C-4359-9C35-197E609E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rolling_zscore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63ABAC-AC34-4C84-A306-D2B66C99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62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helper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A577D3-58D7-43D7-8995-20ADDBA4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2F2A609-4377-4F3F-98F3-0DE32F78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386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slope + ratio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CC65913-FFE2-4627-B219-C5FFF2F2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7685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0F8EC9A-F0CD-493C-87B0-EB7C4AFD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91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outputs · 0 errors</a:t>
            </a:r>
          </a:p>
        </p:txBody>
      </p:sp>
    </p:spTree>
    <p:extLst>
      <p:ext uri="{BB962C8B-B14F-4D97-AF65-F5344CB8AC3E}">
        <p14:creationId xmlns:p14="http://schemas.microsoft.com/office/powerpoint/2010/main" val="7637288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E0FBC-6557-4C0E-BE89-B780582C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εμπειρία γίνεται ένας γρήγορος, επαναληπτικός κύκλος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915DE-ECFF-410E-A180-E2888CA0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B6675-8666-47A8-85B0-544C505A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29854-7FF6-4623-BFEA-9A18313E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EC990-75A1-4AB0-AC00-E04D6C8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9D5E9-EBCF-402F-A4E8-F5542EA1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Drag components και σύνδεσέ τα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8289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FAFE2-E79D-4185-821E-4EBF1FBC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2A9DD-D521-480A-9AC5-B325C19D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80C28-564D-485C-BA7A-03087C18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909FE-9BD5-4C90-BE7C-14174D70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Δες outputs, dependencies και leakage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6864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AE244-887B-4720-A3B5-795DE7B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E40D7-1B83-4CCF-8CE4-4CBCDDF2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14CDE-C35C-4DA1-8604-7691CC3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8BB61-FA19-452A-8058-A8C6A1B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Smoke test ή full experiment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85439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EDE1F-39DC-486A-9C41-77594701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05313-5B2B-40A3-B803-4336CD1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62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F08B4-FE70-4E3C-9720-92CCC902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CB863-A235-4C44-8B48-90AA653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86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Κράτησε baseline και variants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3CE97-094E-4547-A171-B474AEC6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Ο χρήστης δεν “φεύγει” από το experiment για να δει τι συνέβη.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66E98-0AD3-4BD2-B58E-8B220C90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Κάθε αλλαγή δημιουργεί versioned draft και συγκρίσιμο run.</a:t>
            </a:r>
          </a:p>
        </p:txBody>
      </p:sp>
    </p:spTree>
    <p:extLst>
      <p:ext uri="{BB962C8B-B14F-4D97-AF65-F5344CB8AC3E}">
        <p14:creationId xmlns:p14="http://schemas.microsoft.com/office/powerpoint/2010/main" val="21287103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32F7F-7918-4CD5-9D07-FD5BAA2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0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Κάθε component ανοίγει progressive controls, όχι ωμό config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9C9A2-673A-48C2-AE92-12FE7FF8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33DF1-6A54-41EA-969C-DAC23261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1 · Pick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DCBB7-9527-46BD-8AC2-732FE2D3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Αναζήτηση με domain tags, inputs, outputs και compatibility.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F2896-E282-445B-8144-FB3E3B2F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2 · Configure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D3756-D0BE-4B11-922B-D3F4A0D1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Raw params, normalizations, helpers, transforms και outputs ρυθμίζονται πλήρως μέσα στο component.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04531-3D39-4348-831C-CBF1361D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3 · 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589D2-A931-464D-ADA4-7F4FFA23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Οι επιτρεπτές συνδέσεις φωτίζονται. Τα invalid inputs μπλοκάρονται πριν από run.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DD7C3-74DF-4887-B48E-1F20B789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4 · 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0DD7D-D1B6-470B-A448-B6B94E13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95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Preview columns, distributions, missingness και causality flags μέσα στο node.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3714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493CC-678C-4B28-B9BF-01D3F47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Παράδειγμα node: feature + helpers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E587A-1C40-4AAC-8A8B-32FB5E92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71ADA-7875-4715-9691-A3089029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1A4E0-6BF0-4D3D-8FCD-44B60668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43375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080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55D3B-1132-4354-B0D8-12780F8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910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Volatility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B7DD4-1517-4A8E-816A-18F43516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529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rolling_windows: 96 · output: vol_rolling_96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BCCBF-202C-4FDA-A2D4-74F08F9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5370C-2261-4CCE-82DF-5DAFB33D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62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 normalization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5A773-17A9-4694-8B36-62E8376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95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CB783-1F03-4F61-8873-A2F60C52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62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 transform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9CF20-436C-433D-B122-57C8C754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626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Κανένα component δεν είναι preset: ολόκληρη η YAML ιεραρχία παραμένει διαθέσιμη ως nested interaction.</a:t>
            </a:r>
          </a:p>
        </p:txBody>
      </p:sp>
    </p:spTree>
    <p:extLst>
      <p:ext uri="{BB962C8B-B14F-4D97-AF65-F5344CB8AC3E}">
        <p14:creationId xmlns:p14="http://schemas.microsoft.com/office/powerpoint/2010/main" val="19778443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B2EF8-07D8-4E1E-B949-5621F17E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4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Κάθε component εκθέτει όλη την παραμετροποίηση του YAML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5C3A6-0FA7-48F5-BA6B-382821F3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C597C-3101-4B94-A876-02089F5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428875" cy="34766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12029-7D71-4465-9758-621F2BA6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428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8C313-46DD-4B85-B2AF-0070999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FEB78-50AD-41F0-BF18-EE9E7805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95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Raw parameters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Normalizations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Helpers / transforms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Multiple instances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Output mappings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0410B-83B1-4EE0-A09B-952698E5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2428875" cy="34766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8A2DC-B067-49F4-99F2-B5CDA1C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2428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479ED-3AB3-4A4D-A815-54C884B8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495A1-EE46-4758-B80A-510C7035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195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Kind + parameters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Preprocessing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Feature columns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Split / walk-forward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Runtime / seed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1C807-E4D8-4334-A8DC-6B68CE0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2428875" cy="34766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61A9E-8590-4878-BF4B-643F4924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2428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25E3A-0E5B-4C59-8312-ACF5E4C9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5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A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A43A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C4C3D-7FF8-4F6A-A56F-D9EDA58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195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Kind + horizon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Label columns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Barriers / thresholds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Trimming / purging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Metadata 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5B015-C4EC-459D-A0C1-1D23F6D9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24000"/>
            <a:ext cx="2428875" cy="34766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1DFA5-207F-4F86-8082-98E955CD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24000"/>
            <a:ext cx="2428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B4B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B0A20-E928-46D4-B64C-C100C26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5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4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B4B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BD821-2D45-435C-954C-C836563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95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Kind + parameters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Input columns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Thresholds / modes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Position intent</a:t>
            </a:r>
          </a:p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Execution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B9F8D-D418-4C5D-9F8A-4863A503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001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ACBA5-7CA3-4866-AA11-F8602482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1052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5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Το UI δεν περιορίζει το schema: defaults για ταχύτητα, advanced controls για πλήρη έλεγχο και άμεσο YAML preview για διαφάνεια.</a:t>
            </a:r>
          </a:p>
        </p:txBody>
      </p:sp>
    </p:spTree>
    <p:extLst>
      <p:ext uri="{BB962C8B-B14F-4D97-AF65-F5344CB8AC3E}">
        <p14:creationId xmlns:p14="http://schemas.microsoft.com/office/powerpoint/2010/main" val="5363471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54DF8-C855-403B-B82D-3A7C1483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validation πρέπει να είναι συνεχές και εξηγήσιμο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4A6DA-F66B-43B7-AD55-55E54BF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2286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BC002-070F-4B13-A05C-78777504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9B286-D9BA-46C7-98EC-A6BA1EB9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Όλα τα required params συμπληρωμένα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6353B-8871-4312-9BF9-19FA4418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716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23B09-3D35-41B6-82B4-4D05C599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3162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44144-A7B9-4C2F-A1E1-61383FE4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47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97AF8-EAF0-4DBD-A1A3-AAADFDB1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479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Κάθε input column παράγεται πριν χρησιμοποιηθεί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271C6-9548-4BEA-949C-EFC670DC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479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A464"/>
          </a:solidFill>
          <a:ln xmlns:a="http://schemas.openxmlformats.org/drawingml/2006/main" w="9525">
            <a:solidFill>
              <a:srgbClr val="20A4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40476-F71A-4D14-A576-8679113F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14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4038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CD6FF-9804-4717-A732-7459790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CFCD1-7DBB-44AF-B840-805B896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242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Target/future columns δεν περνούν στα model inputs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07B3E-BC57-4E15-AF90-524BAD3B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242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64B4B"/>
          </a:solidFill>
          <a:ln xmlns:a="http://schemas.openxmlformats.org/drawingml/2006/main" w="9525">
            <a:solidFill>
              <a:srgbClr val="D64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CA48E-3143-49BE-A236-34C9CBDC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90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4914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19C6A-1C0A-4A8A-A671-485A79B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80AE1-BA1A-42C2-8941-60970784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Next-bar timing, costs και slippage είναι explicit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6D0CD-BDA1-4A58-B7A5-14A448A0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A43A"/>
          </a:solidFill>
          <a:ln xmlns:a="http://schemas.openxmlformats.org/drawingml/2006/main" w="9525">
            <a:solidFill>
              <a:srgbClr val="F0A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14881-A0D0-4B7C-ADE1-7EEA7C34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67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83010-2406-4612-A844-CACB8FB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73154-6712-48C1-8F8C-86E87D93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Click στο BLOCK → highlight το node, εξηγεί τον κίνδυνο και προτείνει ασφαλή διόρθωση.</a:t>
            </a:r>
          </a:p>
        </p:txBody>
      </p:sp>
    </p:spTree>
    <p:extLst>
      <p:ext uri="{BB962C8B-B14F-4D97-AF65-F5344CB8AC3E}">
        <p14:creationId xmlns:p14="http://schemas.microsoft.com/office/powerpoint/2010/main" val="14216282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DCDB9-F1F6-4E3B-8EA1-56437AD0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Τα αποτελέσματα ανοίγουν μέσα στο ίδιο experiment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4A5C2-C2F7-445E-B498-E41C6470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B02A1-6A36-46DF-A5EF-A929828F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6435E-1949-489D-ADDC-8BD5DF22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76D08-73BD-48D6-880F-2D214160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DA3D0-7D00-4ADE-B116-71364275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3095625" y="18859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62000" y="5095875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762000" y="2381250"/>
            <a:ext cx="0" cy="2714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3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762000" y="4476750"/>
            <a:ext cx="8096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1571625" y="4476750"/>
            <a:ext cx="809625" cy="95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2381250" y="3905250"/>
            <a:ext cx="8096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3190875" y="3905250"/>
            <a:ext cx="8096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4000500" y="3238500"/>
            <a:ext cx="809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4810125" y="2857500"/>
            <a:ext cx="8096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5619750" y="2524125"/>
            <a:ext cx="95250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F6FE7-1A1A-4808-BD6D-F983DC35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OOS equity · fold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D4418-EB30-4FB5-9853-D0D6414F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D10DF-9503-4F46-8834-7B4F15A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Sharpe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60741-0A4C-4A14-8485-D780B0D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1.42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54B58-13FF-4E55-A803-4F4A20B9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4C407-8D8E-4CF3-80DA-A4D66A60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Max DD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FDCEF-1974-499E-9351-9E54C58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−8.7%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5F5CB-5C88-494F-9014-22CA94F3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4381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DE873-DDC5-4629-BEA6-7889348A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Compare with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08963-F4E7-48DC-8B5C-753B6B64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E1909-5014-4CFE-BC8B-4AA965BD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3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Baseline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D2207-4FDA-40C8-80B9-670DB1D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A3A6E-D865-4B49-9714-93A001FD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4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Threshold 0.55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28A82-D4DF-4580-B880-79911F50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CA1B2-1C14-4702-B1D1-E9770260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48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No volatility feature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FD749-F06A-4115-8A7D-C5B6A7A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run είναι νέο state του ίδιου αντικειμένου — όχι αρχείο που ψάχνουμε μετά.</a:t>
            </a:r>
          </a:p>
        </p:txBody>
      </p:sp>
    </p:spTree>
    <p:extLst>
      <p:ext uri="{BB962C8B-B14F-4D97-AF65-F5344CB8AC3E}">
        <p14:creationId xmlns:p14="http://schemas.microsoft.com/office/powerpoint/2010/main" val="17145403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D1435-BE97-482B-A684-0C8213CA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1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Η νέα πληροφοριακή αρχιτεκτονική έχει τέσσερις καθαρές περιοχές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04657-EA82-402C-A8E6-496694E0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73F5D-A2CF-4516-BAC9-8C57E36D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BBAE2-A12A-4B7D-8C0B-BBB60E1B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05AF5-B4BC-40DF-98BD-5FE778BC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Create, import YAML, templates, drafts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5ACDA-672F-4412-AF61-E11B4BF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08251-C1C5-4F31-AA16-0718C9D6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383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AF24B-F877-4315-B0F9-362A331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Queue, status, logs, artifacts, reproducibility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86E10-8070-407C-A1E1-E0DA728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AD6EF-E842-4310-9A73-7D39DD30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6F217-CC3F-4DB4-880C-5988B327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Baselines, variants, fold metrics, 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6043B-827A-4A34-8DD9-0AEE9C9F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67125"/>
            <a:ext cx="5286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DC270-6EA8-44DC-AA9E-52A1FF6E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33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D3981-6364-49C5-A867-DE718507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Paper/demo monitoring με ξεχωριστά safety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7F79A-3C67-4F23-8148-EF169AE1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σημερινό Research / Execution split διατηρείται ως domain boundary, όχι ως περιορισμός της ροής.</a:t>
            </a:r>
          </a:p>
        </p:txBody>
      </p:sp>
    </p:spTree>
    <p:extLst>
      <p:ext uri="{BB962C8B-B14F-4D97-AF65-F5344CB8AC3E}">
        <p14:creationId xmlns:p14="http://schemas.microsoft.com/office/powerpoint/2010/main" val="8631416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F7F86-23DE-4ED3-A5EB-B3ABEB43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3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refactor πρέπει να ξεκινήσει από shared experiment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F88F5-525E-417C-920F-71EB86E0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91F93-70AF-423B-A260-38A05066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12B4C-059E-49BF-9F4A-B2E883C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UI shell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804B4-EB37-4303-AABC-7F41582B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Canvas, inspector, command bar, panels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3F13F-8474-4614-A54B-FAC09F9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669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1E145-73ED-44EA-813A-7A47FCFA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38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Experiment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1201A-096F-4631-82D8-255AC3E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38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Versioned graph ↔ YAML round-trip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EBDDB-1E74-4D8B-823A-0E2B4FB7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09D77-D9C3-4C91-B59C-C716903A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76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Schema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21798-C4EC-41F6-8B85-CEC3C12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76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Registry, full nested params, defaults, I/O contracts,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F8447-E6B1-4AA0-A807-F7D575C0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56349-FE24-45F6-A41D-0AB08355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Run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1D565-CA45-41C6-B159-A5437BC9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1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Queue, progress events, cancellation,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44927-7392-4AB9-A70D-D2A117E9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54927-4930-4984-8A8F-172DF4A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Analysis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27109-EE97-4A6A-9F64-36DD308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Metrics, series, comparisons,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377A1-F815-45B1-94EB-D826AAAB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Κρατάμε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90A89-4A27-4B1B-872C-ECD0118B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registries, loaders, catalogs, artifact readers, execution safety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1332D-F2EE-48A0-A720-BCD4F4F5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1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4B4B"/>
                </a:solidFill>
                <a:latin typeface="Arial"/>
                <a:ea typeface="Arial"/>
                <a:cs typeface="Arial"/>
              </a:rPr>
              <a:t>Ξαναγράφουμε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58A6D-945F-4BD3-8020-0727597C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72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F14"/>
                </a:solidFill>
                <a:latin typeface="Arial"/>
                <a:ea typeface="Arial"/>
                <a:cs typeface="Arial"/>
              </a:rPr>
              <a:t>frontend shell, experiment state model, run orchestration UX</a:t>
            </a:r>
          </a:p>
        </p:txBody>
      </p:sp>
    </p:spTree>
    <p:extLst>
      <p:ext uri="{BB962C8B-B14F-4D97-AF65-F5344CB8AC3E}">
        <p14:creationId xmlns:p14="http://schemas.microsoft.com/office/powerpoint/2010/main" val="10565821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177A6-23EF-4E3F-ABE2-D34148A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Τρεις φάσεις μειώνουν το ρίσκο χωρίς να εγκλωβίζουν το νέο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35B7D-1093-478E-8AE4-0B2D8288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E5A6A-310B-4477-A1F0-0B3C96DE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FE291-61DD-474D-9089-9242AE42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E612-F204-44A7-8796-586B149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Experiment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EA2F8-7FF5-455C-AE02-2DC2708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Import/export YAML, schema validation, drafts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E116F-E7B0-40CA-B5C5-A3C8A978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CDD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2904B-EB6E-4744-AA44-AC6D613A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247FE-1441-47EB-A0DF-486CC38B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A418F-20B6-487D-AF09-2C1D1011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43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Visual builder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09C19-9181-4A6E-A492-59B10BE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Canvas, inspector, dependency graph, live preview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E91F3-AFFD-446E-9E03-674CFAF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CDD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2EC96-7A78-43BA-9043-25D8819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6838C-1E59-4E8C-962C-D915AC6F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5BBA3-73C4-48BC-BFB0-91D607FA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Integrated runs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C4927-A583-429C-8589-F2EE39ED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Queue, embedded results, compare, 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95476-37B9-4422-A2F5-DC7A95C9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857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C8CDD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CDD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5095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2D565-0E2D-4E9E-B6EB-239AC455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Decision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F0621-E797-42DB-9FC9-8F7A7380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81625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Αν αποδεχτούμε το Experiment Studio ως κύριο προϊόν, αξίζει νέο frontend foundation αντί για incremental επέκταση του σημερινού dashboard.</a:t>
            </a:r>
          </a:p>
        </p:txBody>
      </p:sp>
    </p:spTree>
    <p:extLst>
      <p:ext uri="{BB962C8B-B14F-4D97-AF65-F5344CB8AC3E}">
        <p14:creationId xmlns:p14="http://schemas.microsoft.com/office/powerpoint/2010/main" val="13422662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86FB9-4EA0-487B-9449-FB2BFEA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Η νέα εμπειρία σε μία πρόταση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20A9D-E40D-4F28-AB17-5D685CF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0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Χτίζω, ελέγχω,</a:t>
            </a:r>
          </a:p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τρέχω και συγκρίνω</a:t>
            </a:r>
          </a:p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χωρίς να εγκαταλείπω</a:t>
            </a:r>
          </a:p>
          <a:p xmlns:a="http://schemas.openxmlformats.org/drawingml/2006/main">
            <a:pPr algn="l">
              <a:defRPr sz="4650" b="1">
                <a:solidFill>
                  <a:srgbClr val="0B0F1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0F14"/>
                </a:solidFill>
                <a:latin typeface="Arial"/>
                <a:ea typeface="Arial"/>
                <a:cs typeface="Arial"/>
              </a:rPr>
              <a:t>το experiment.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09331-8204-4816-8834-2FBAEFF1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0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080"/>
                </a:solidFill>
                <a:latin typeface="Arial"/>
                <a:ea typeface="Arial"/>
                <a:cs typeface="Arial"/>
              </a:rPr>
              <a:t>Το YAML παραμένει η αλήθεια. Το app γίνεται ο καλύτερος τρόπος να τη δημιουργείς και να την καταλαβαίνεις.</a:t>
            </a:r>
          </a:p>
        </p:txBody>
      </p:sp>
    </p:spTree>
    <p:extLst>
      <p:ext uri="{BB962C8B-B14F-4D97-AF65-F5344CB8AC3E}">
        <p14:creationId xmlns:p14="http://schemas.microsoft.com/office/powerpoint/2010/main" val="744494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2026-07-23T09:15:32.9960000Z</dcterms:created>
  <dcterms:modified xsi:type="dcterms:W3CDTF">2026-07-23T09:15:32.9960000Z</dcterms:modified>
</coreProperties>
</file>