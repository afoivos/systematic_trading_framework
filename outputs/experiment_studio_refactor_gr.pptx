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4415dec2214c92" /><Relationship Type="http://schemas.openxmlformats.org/officeDocument/2006/relationships/extended-properties" Target="/docProps/app.xml" Id="Rc8b53b5d63014b13" /><Relationship Type="http://schemas.openxmlformats.org/officeDocument/2006/relationships/officeDocument" Target="/ppt/presentation.xml" Id="Rda9b6c882ea54c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b38cf00364443b"/>
  </p:sldMasterIdLst>
  <p:notesMasterIdLst>
    <p:notesMasterId xmlns:r="http://schemas.openxmlformats.org/officeDocument/2006/relationships" r:id="R506c92bc5b0a4f66"/>
  </p:notesMasterIdLst>
  <p:sldIdLst>
    <p:sldId xmlns:r="http://schemas.openxmlformats.org/officeDocument/2006/relationships" id="256" r:id="Rac4f89e006334b0e"/>
    <p:sldId xmlns:r="http://schemas.openxmlformats.org/officeDocument/2006/relationships" id="257" r:id="R5d2cf685ef3f4bd1"/>
    <p:sldId xmlns:r="http://schemas.openxmlformats.org/officeDocument/2006/relationships" id="258" r:id="R9b7860c1746442fb"/>
    <p:sldId xmlns:r="http://schemas.openxmlformats.org/officeDocument/2006/relationships" id="259" r:id="R3393f76b63d745f5"/>
    <p:sldId xmlns:r="http://schemas.openxmlformats.org/officeDocument/2006/relationships" id="260" r:id="Rc9356b46a5cc409b"/>
    <p:sldId xmlns:r="http://schemas.openxmlformats.org/officeDocument/2006/relationships" id="261" r:id="Rfae80c3b110147f3"/>
    <p:sldId xmlns:r="http://schemas.openxmlformats.org/officeDocument/2006/relationships" id="262" r:id="Rb7a4aa2e78634053"/>
    <p:sldId xmlns:r="http://schemas.openxmlformats.org/officeDocument/2006/relationships" id="263" r:id="R2b72ba04a344482e"/>
    <p:sldId xmlns:r="http://schemas.openxmlformats.org/officeDocument/2006/relationships" id="264" r:id="Rf86cca5dd21743d4"/>
    <p:sldId xmlns:r="http://schemas.openxmlformats.org/officeDocument/2006/relationships" id="265" r:id="R1a36c3bf567f40f9"/>
    <p:sldId xmlns:r="http://schemas.openxmlformats.org/officeDocument/2006/relationships" id="266" r:id="R6686f5ffaae04601"/>
    <p:sldId xmlns:r="http://schemas.openxmlformats.org/officeDocument/2006/relationships" id="267" r:id="Rdec945cd16b54db3"/>
    <p:sldId xmlns:r="http://schemas.openxmlformats.org/officeDocument/2006/relationships" id="268" r:id="R3ad8abd1bf4f42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0d7981d07d4870" /><Relationship Type="http://schemas.openxmlformats.org/officeDocument/2006/relationships/slideMaster" Target="/ppt/slideMasters/slideMaster1.xml" Id="Rabb38cf00364443b" /><Relationship Type="http://schemas.openxmlformats.org/officeDocument/2006/relationships/notesMaster" Target="/ppt/notesMasters/notesMaster1.xml" Id="R506c92bc5b0a4f66" /><Relationship Type="http://schemas.openxmlformats.org/officeDocument/2006/relationships/presProps" Target="/ppt/presProps.xml" Id="R8b05c5caa4414fb2" /><Relationship Type="http://schemas.openxmlformats.org/officeDocument/2006/relationships/tableStyles" Target="/ppt/tableStyles.xml" Id="R17a23d4b46f44268" /><Relationship Type="http://schemas.openxmlformats.org/officeDocument/2006/relationships/slide" Target="/ppt/slides/slide1.xml" Id="Rac4f89e006334b0e" /><Relationship Type="http://schemas.openxmlformats.org/officeDocument/2006/relationships/slide" Target="/ppt/slides/slide2.xml" Id="R5d2cf685ef3f4bd1" /><Relationship Type="http://schemas.openxmlformats.org/officeDocument/2006/relationships/slide" Target="/ppt/slides/slide3.xml" Id="R9b7860c1746442fb" /><Relationship Type="http://schemas.openxmlformats.org/officeDocument/2006/relationships/slide" Target="/ppt/slides/slide4.xml" Id="R3393f76b63d745f5" /><Relationship Type="http://schemas.openxmlformats.org/officeDocument/2006/relationships/slide" Target="/ppt/slides/slide5.xml" Id="Rc9356b46a5cc409b" /><Relationship Type="http://schemas.openxmlformats.org/officeDocument/2006/relationships/slide" Target="/ppt/slides/slide6.xml" Id="Rfae80c3b110147f3" /><Relationship Type="http://schemas.openxmlformats.org/officeDocument/2006/relationships/slide" Target="/ppt/slides/slide7.xml" Id="Rb7a4aa2e78634053" /><Relationship Type="http://schemas.openxmlformats.org/officeDocument/2006/relationships/slide" Target="/ppt/slides/slide8.xml" Id="R2b72ba04a344482e" /><Relationship Type="http://schemas.openxmlformats.org/officeDocument/2006/relationships/slide" Target="/ppt/slides/slide9.xml" Id="Rf86cca5dd21743d4" /><Relationship Type="http://schemas.openxmlformats.org/officeDocument/2006/relationships/slide" Target="/ppt/slides/slide10.xml" Id="R1a36c3bf567f40f9" /><Relationship Type="http://schemas.openxmlformats.org/officeDocument/2006/relationships/slide" Target="/ppt/slides/slide11.xml" Id="R6686f5ffaae04601" /><Relationship Type="http://schemas.openxmlformats.org/officeDocument/2006/relationships/slide" Target="/ppt/slides/slide12.xml" Id="Rdec945cd16b54db3" /><Relationship Type="http://schemas.openxmlformats.org/officeDocument/2006/relationships/slide" Target="/ppt/slides/slide13.xml" Id="R3ad8abd1bf4f42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a6861911545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621420463408b" /><Relationship Type="http://schemas.openxmlformats.org/officeDocument/2006/relationships/notesMaster" Target="/ppt/notesMasters/notesMaster1.xml" Id="R818550edf36a4b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7db1af1b0470a" /><Relationship Type="http://schemas.openxmlformats.org/officeDocument/2006/relationships/notesMaster" Target="/ppt/notesMasters/notesMaster1.xml" Id="Re0081922d72e48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612cf8152b4010" /><Relationship Type="http://schemas.openxmlformats.org/officeDocument/2006/relationships/notesMaster" Target="/ppt/notesMasters/notesMaster1.xml" Id="R520f0d7f84464e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a870fcdaa4d8c" /><Relationship Type="http://schemas.openxmlformats.org/officeDocument/2006/relationships/notesMaster" Target="/ppt/notesMasters/notesMaster1.xml" Id="R7a8a5731dba94a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0a164f51b4d81" /><Relationship Type="http://schemas.openxmlformats.org/officeDocument/2006/relationships/notesMaster" Target="/ppt/notesMasters/notesMaster1.xml" Id="Rc3cc2d910544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f9ef233ed74520" /><Relationship Type="http://schemas.openxmlformats.org/officeDocument/2006/relationships/notesMaster" Target="/ppt/notesMasters/notesMaster1.xml" Id="Rcede9efa6c7b4f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f58db721044abb" /><Relationship Type="http://schemas.openxmlformats.org/officeDocument/2006/relationships/notesMaster" Target="/ppt/notesMasters/notesMaster1.xml" Id="Rd960b59639484b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ff7d05c6c047e4" /><Relationship Type="http://schemas.openxmlformats.org/officeDocument/2006/relationships/notesMaster" Target="/ppt/notesMasters/notesMaster1.xml" Id="Rb316c982fe0248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818f3f90cc45ce" /><Relationship Type="http://schemas.openxmlformats.org/officeDocument/2006/relationships/notesMaster" Target="/ppt/notesMasters/notesMaster1.xml" Id="R0773d278de804f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d4cd3fa989468a" /><Relationship Type="http://schemas.openxmlformats.org/officeDocument/2006/relationships/notesMaster" Target="/ppt/notesMasters/notesMaster1.xml" Id="Rf45b99d63a6947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04342645b94244" /><Relationship Type="http://schemas.openxmlformats.org/officeDocument/2006/relationships/notesMaster" Target="/ppt/notesMasters/notesMaster1.xml" Id="R1f9e5a285baf44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7fc24f2fde4c85" /><Relationship Type="http://schemas.openxmlformats.org/officeDocument/2006/relationships/notesMaster" Target="/ppt/notesMasters/notesMaster1.xml" Id="R7a3aacbd9d2645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24c6c92bc94926" /><Relationship Type="http://schemas.openxmlformats.org/officeDocument/2006/relationships/notesMaster" Target="/ppt/notesMasters/notesMaster1.xml" Id="R10138d4d544e49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14ada8a2f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7a5d825744f96" /><Relationship Type="http://schemas.openxmlformats.org/officeDocument/2006/relationships/slideLayout" Target="/ppt/slideLayouts/slideLayout1.xml" Id="R237bf920224944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7bf9202249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33b64888549cd" /><Relationship Type="http://schemas.openxmlformats.org/officeDocument/2006/relationships/notesSlide" Target="/ppt/notesSlides/notesSlide1.xml" Id="R2fc3af4abcb84c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d971f84b74e39" /><Relationship Type="http://schemas.openxmlformats.org/officeDocument/2006/relationships/notesSlide" Target="/ppt/notesSlides/notesSlide2.xml" Id="R95961c9386b8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8230336b14eba" /><Relationship Type="http://schemas.openxmlformats.org/officeDocument/2006/relationships/notesSlide" Target="/ppt/notesSlides/notesSlide3.xml" Id="Rd6fea34dea77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d8b07e49a4004" /><Relationship Type="http://schemas.openxmlformats.org/officeDocument/2006/relationships/notesSlide" Target="/ppt/notesSlides/notesSlide4.xml" Id="R2c506ad39d6c40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89f1a5093469c" /><Relationship Type="http://schemas.openxmlformats.org/officeDocument/2006/relationships/notesSlide" Target="/ppt/notesSlides/notesSlide5.xml" Id="R1a7a329af11e4a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4641b58be45b6" /><Relationship Type="http://schemas.openxmlformats.org/officeDocument/2006/relationships/notesSlide" Target="/ppt/notesSlides/notesSlide6.xml" Id="Rb91a5452c4b446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5de73f24242d1" /><Relationship Type="http://schemas.openxmlformats.org/officeDocument/2006/relationships/notesSlide" Target="/ppt/notesSlides/notesSlide7.xml" Id="Rc0eae53483854d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19e5c28544732" /><Relationship Type="http://schemas.openxmlformats.org/officeDocument/2006/relationships/notesSlide" Target="/ppt/notesSlides/notesSlide8.xml" Id="Rc0e53198cf8b41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b23558cbe4038" /><Relationship Type="http://schemas.openxmlformats.org/officeDocument/2006/relationships/notesSlide" Target="/ppt/notesSlides/notesSlide9.xml" Id="R1282f30b816047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a89bbbcf14201" /><Relationship Type="http://schemas.openxmlformats.org/officeDocument/2006/relationships/notesSlide" Target="/ppt/notesSlides/notesSlide10.xml" Id="R6430ee5adbce45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b389e769d4dab" /><Relationship Type="http://schemas.openxmlformats.org/officeDocument/2006/relationships/notesSlide" Target="/ppt/notesSlides/notesSlide11.xml" Id="Ra2e1908858924e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57e26c1654e0d" /><Relationship Type="http://schemas.openxmlformats.org/officeDocument/2006/relationships/notesSlide" Target="/ppt/notesSlides/notesSlide12.xml" Id="Rf3f1bb11919f47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b8fba79584bc9" /><Relationship Type="http://schemas.openxmlformats.org/officeDocument/2006/relationships/notesSlide" Target="/ppt/notesSlides/notesSlide13.xml" Id="R45db124c703d49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CEE0A-B505-407D-ADC1-584DAB6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A1452-CD84-4A51-AD37-25F603CB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Experiment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95AED-9C3B-48C4-ACFE-E38586D4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Visual construction, live validation, run and analysis —</a:t>
            </a:r>
          </a:p>
          <a:p xmlns:a="http://schemas.openxmlformats.org/drawingml/2006/main">
            <a:pPr algn="l">
              <a:defRPr sz="22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all in one continuous workspace.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4667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F69B9-446F-48C8-88FB-F3F43B25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Πρόταση επανασχεδιασμού για το Systematic Trading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CEBE6-6C4A-4460-988E-69D034E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Ιούλιος 2026</a:t>
            </a:r>
          </a:p>
        </p:txBody>
      </p:sp>
    </p:spTree>
    <p:extLst>
      <p:ext uri="{BB962C8B-B14F-4D97-AF65-F5344CB8AC3E}">
        <p14:creationId xmlns:p14="http://schemas.microsoft.com/office/powerpoint/2010/main" val="14894528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8DCD4-4ED0-422D-B29E-7C0354C4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9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σωστή κίνηση είναι νέο Experiment Studio — όχι μεγαλύτερο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5861F-39DA-4AAC-95AE-AFD7CF21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67A05-724C-4333-9E8E-F5DE29D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4B4B"/>
                </a:solidFill>
                <a:latin typeface="Arial"/>
                <a:ea typeface="Arial"/>
                <a:cs typeface="Arial"/>
              </a:rPr>
              <a:t>ΣΗΜΕΡΑ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20D35-2A16-4907-89B9-E5DFD687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YAML → run → artifacts →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722C7-AE71-44DD-A60D-CD4E78A6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Η κατασκευή και η κατανόηση του experiment ζουν σε διαφορετικά εργαλεία και διαφορετικές χρονικές στιγμές.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8CCB5-B473-4122-BF3B-5A20F7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ΠΡΟΤΑΣΗ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AF40E-F559-484F-95C2-79A208BF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Build → inspect → run → 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B82F8-0271-440D-A612-50641A9A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Ένας ενιαίος καμβάς γίνεται η κύρια διεπαφή. Το YAML παραμένει canonical, αλλά παράγεται και συγχρονίζεται αυτόματα.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905500" y="1571625"/>
            <a:ext cx="0" cy="3429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02316-7511-4F89-B3B8-2211A012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DEFFB-1E73-45B8-8F27-E7F19A1F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REBUILD THE SHELL</a:t>
            </a:r>
          </a:p>
        </p:txBody>
      </p:sp>
    </p:spTree>
    <p:extLst>
      <p:ext uri="{BB962C8B-B14F-4D97-AF65-F5344CB8AC3E}">
        <p14:creationId xmlns:p14="http://schemas.microsoft.com/office/powerpoint/2010/main" val="666519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32FCE-89DB-41AE-BE1A-71B06F29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96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υπάρχον app έχει καλά primitives, αλλά η ροή παραμένει selector-first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6D4C1-3640-48AF-BE02-B3BEEC3B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6182F-F662-4316-A270-1E466455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93D7B-1C06-48F0-A39F-30B71278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Control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B5C5A-0B5E-4260-B492-622DF43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Dataset, date range, catalogs και builders στοιβάζονται σε μία μεγάλη αριστερή στήλη.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DC620-EECB-455F-9690-2B94F062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30F9E-C9DA-47B5-8816-3F8511F9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Parameterized series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64A9D-3086-4003-B5BC-43433A9C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81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Υπάρχει ήδη schema-driven configuration, αλλά όχι οπτική σύνθεση ολόκληρου experiment.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6F319-2A12-41FE-856B-5791EF2B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21868-038C-4ECA-A45E-FB909AC3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Results 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6038E-E670-4D58-9EB4-5B7D9C8D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Experiments, trades, equity και overlays εμφανίζονται κυρίως αφού υπάρχουν artifacts.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4857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191C1-D1F0-45AD-A0C9-BE1592FC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Συμπέρασμα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31671-5AA1-4AD7-AD75-D9DDF9D2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625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Δεν χρειάζεται να πετάξουμε το domain logic· χρειάζεται να αλλάξουμε το interaction model και το app shell.</a:t>
            </a:r>
          </a:p>
        </p:txBody>
      </p:sp>
    </p:spTree>
    <p:extLst>
      <p:ext uri="{BB962C8B-B14F-4D97-AF65-F5344CB8AC3E}">
        <p14:creationId xmlns:p14="http://schemas.microsoft.com/office/powerpoint/2010/main" val="6380206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5AA593-63F6-4044-8460-2838C73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YAML μετατρέπεται σε οπτικό γράφο χωρίς να χάνει την ακρίβειά του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04AF0-8664-4805-8381-144780F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76079-F5FE-4E07-838A-6A4E40F3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79804-A3B5-4940-87F9-682544C5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91182-1B29-46C2-84AC-4A56414D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5DD8B-29BF-4FEE-8F6C-CF263FED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7EB23-B529-47BE-8BD6-720611A7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source + 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D1934-4D75-405A-A5D1-E61C5CB2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22B90-E8F7-47A3-9337-C8646B38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C7E7E-D3D4-4441-BA86-1E678EC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E769E-6E7E-422B-B770-D64999ED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AE91C-BAB4-45B7-BFA3-BE701E70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steps + helpers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F7018-8FA6-4AE9-867A-0F6F53C6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63DF0-E5F4-44D3-A223-7DF4A50A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68700-E80A-4D9F-AD05-C77BDC8E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642B8-D1BA-4DBC-8445-7E0FBD88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8A74D-B6C7-41F3-B2D0-1ECEC193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horizon + purge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8066F-A501-41F0-9992-38FBBBD9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D19B5-B7C3-4A31-840C-3AB32E8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01624-5A6A-409E-BBFB-2C59A7F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FDD1E-88A8-4C57-A9BC-ABDC1F2D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451FB-D3BC-45D5-A7A4-8ED7C616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split +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A8B77-0F21-46B5-8C0F-D4C2D925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F43BD-F8D4-4192-AE5F-1CDB332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B4B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3AD71-6298-44E3-947C-28EA4CD4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92685-A272-40D3-96F2-7658D9F3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A3B7B-74E2-44AA-A3DD-6E8D999E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threshold + mode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23241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46863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70485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94107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56BD7-2D38-4319-8E07-45788F85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Κάθε node αντιστοιχεί σε έγκυρο YAML block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800A9E-A9B7-45E1-8DE9-7D216AAC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8E5E5-1BBC-4A35-B6D7-0675EE1A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Registry-backed component picker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12420C-CA0E-4C8C-A8EF-3FC0D83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2ED221-2702-4DF9-B264-DF59BCE7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Typed params και defaults από το schema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E49DAF-8A3E-43F1-A3C0-59A88CA3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3FAE3D-6717-4EFB-8645-9B94AB46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Αυτόματα input/output column contracts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5C7B4E-2737-40FB-980B-C41731BC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Δύο ισότιμες όψεις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A1002A-78D2-427B-9A1F-C88ED97E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C62513-FB06-4A1D-B90E-E486DBB6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992E39-F571-40BC-A288-20907E9E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CDD3"/>
                </a:solidFill>
                <a:latin typeface="Arial"/>
                <a:ea typeface="Arial"/>
                <a:cs typeface="Arial"/>
              </a:rPr>
              <a:t>primary workflow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4179C4-8646-4A6E-8644-8493CF78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5C9348-E6C5-4CB7-BA21-025ADCE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YAML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3CDA18-6E13-473C-894D-F7B5BF1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inspect / import / export</a:t>
            </a:r>
          </a:p>
        </p:txBody>
      </p:sp>
    </p:spTree>
    <p:extLst>
      <p:ext uri="{BB962C8B-B14F-4D97-AF65-F5344CB8AC3E}">
        <p14:creationId xmlns:p14="http://schemas.microsoft.com/office/powerpoint/2010/main" val="1792850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17270C-108D-4A54-8F0D-9B531AC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8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βασική οθόνη είναι ένας καμβάς εργασίας, όχι μια σελίδα ρυθμίσεων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9CE58-ED5D-43B7-ABB2-D11B800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CD300-B9DD-4248-99F6-2E50A2B8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06BBF-75E8-4272-88C4-7CC683B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C8B4E-9427-4F06-9624-AF4EB8F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0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10B91-FF69-4FE2-9090-B92D4640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430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3D2E"/>
          </a:solidFill>
          <a:ln xmlns:a="http://schemas.openxmlformats.org/drawingml/2006/main" w="9525">
            <a:solidFill>
              <a:srgbClr val="173D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6976A-C95D-4948-8316-94171BAB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097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Draft saved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9EDB9-275E-4F17-BCAC-2E94CAA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4302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CAF60-0917-4019-8D39-C6D1AC30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09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6220E-A14C-4FD7-9C98-014182AF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343025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4C50E-CAB5-428E-AF4C-582A249A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4097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54126-C292-418C-8C95-6B78FF92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0955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C02DA-270B-4FBB-8209-C10F5B72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DCD1E-D169-44C2-8D75-7EE0D1CC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248BA-411D-4E2C-91E9-942C8FA1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33A5E-7B82-4E89-93F6-E0D53ADB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F6B83-B17C-4FA7-8AE9-A64D97FA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5D01E-48FE-4C5E-AB56-0057CB1F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23715-43DC-4894-AE68-C63061A2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Helpers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67B69-C5D4-4A70-8DE7-AA2BD5A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03D6B-EB5C-499D-8E1F-79310D7A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1032B-A98F-47C4-908C-1546708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6F696-C57D-4137-B9FF-BACC625E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0686C-6341-4818-BFB3-D59CE2AC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D6B11-E17F-44F6-9CBD-B7CC4853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2BBD5-8A32-4041-B4ED-651ABE65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192E0-7272-4160-937E-0A5588EF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Backtest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056AF3-EAD5-4313-9BDE-E025BABE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6191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ED318-EAF8-44F0-A9B1-7001ED7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Pipeline canvas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041C1-6CE6-47DF-83C3-C81A6E37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5B1E5B-F412-4070-9CDD-0A2292F7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3FD2FC-7B13-41F9-8DB1-76A1243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B1496-4DF0-4980-8C13-4DB494CE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67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SPX500 · 30m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ED80F0-5B7E-4948-8713-F625D49D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28975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2018–2026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830E88-CC12-4623-B433-4C54366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AD312C-0AD8-497A-ACBB-BE30F11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054F10-22FB-4E81-9293-FE79BCD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193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148323-20EE-4FBA-9C6F-96DE766A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Volatility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1EBBDB-14FF-4A2E-86F0-F30906A3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28975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rolling 96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8DF157-F3BB-4E31-95B9-03AAC72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8B9C93-C1E7-4433-8E4B-97A4B285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834D05-5F6C-42E6-9855-8B368F6A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2554A3-621A-4192-8B9F-387BE94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67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7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Forward return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F734E5-02DB-4282-AC76-66F1F1E0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horizon 8</a:t>
            </a:r>
          </a:p>
        </p:txBody>
      </p:sp>
      <p:cxnSp>
        <p:nvCxnSpPr>
          <p:cNvPr id="118" name=""/>
          <p:cNvCxnSpPr/>
          <p:nvPr/>
        </p:nvCxnSpPr>
        <p:spPr>
          <a:xfrm xmlns:a="http://schemas.openxmlformats.org/drawingml/2006/main">
            <a:off x="4476750" y="29241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119" name=""/>
          <p:cNvCxnSpPr/>
          <p:nvPr/>
        </p:nvCxnSpPr>
        <p:spPr>
          <a:xfrm xmlns:a="http://schemas.openxmlformats.org/drawingml/2006/main">
            <a:off x="6381750" y="29241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577B8B-5731-4EE7-8B35-4499EA7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7CE68E-761C-4246-B530-1147310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AABCF8-1F40-43B2-BA26-AE14E19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420AF7-752B-4D90-B198-96274EA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481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LightGBM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AC6D47-7FEA-4252-AE15-85EB805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walk-forward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9C2FDD-50FB-44F5-9C74-0606446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0FB4C8-CB1B-46F1-B15D-29CD80B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B4B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100771-6541-4FB5-AA2C-B2FF7F2F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00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22B99B-148F-4E26-9098-F443A61A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E1305F-FB4E-46FE-AFE4-70811760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0100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0.60 / 0.40</a:t>
            </a:r>
          </a:p>
        </p:txBody>
      </p:sp>
      <p:cxnSp>
        <p:nvCxnSpPr>
          <p:cNvPr id="130" name=""/>
          <p:cNvCxnSpPr/>
          <p:nvPr/>
        </p:nvCxnSpPr>
        <p:spPr>
          <a:xfrm xmlns:a="http://schemas.openxmlformats.org/drawingml/2006/main">
            <a:off x="7477125" y="33813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131" name=""/>
          <p:cNvCxnSpPr/>
          <p:nvPr/>
        </p:nvCxnSpPr>
        <p:spPr>
          <a:xfrm xmlns:a="http://schemas.openxmlformats.org/drawingml/2006/main">
            <a:off x="6381750" y="43053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FEDEF4-B0A5-4860-BAF7-01F62307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31051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BA5B2B-BEF9-49AD-82A4-C35A32C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INSPECTOR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1BCBBE-1875-4C91-B710-CC47442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33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Volatility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1A9E22-A328-40E4-9C8A-5A02EE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23C80F-65EC-44AC-A2CE-BD7DE1DB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rolling_windows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9105D1-28CC-40CF-8FE5-4CEFEFCA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D31F88-0666-45E1-B2B6-680D141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19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B82E61-15D5-41E2-96E3-F3086F7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annualization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A04DA5-0A19-4E1F-A80B-BC3F5A3D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2F7B17-823C-481E-A573-CB472BE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auto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DEFEB7-186A-4C26-A246-A7A3139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62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returns_col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C844E9-C8C4-46A4-B838-7D837ABD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F6711E-7D74-49D0-BBBF-80F4064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386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close_ret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91018A-B2B7-40B5-8B74-FB34F6C5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7685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1D562F-D68F-4ADB-B68D-9CAA0E5F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91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outputs · 0 errors</a:t>
            </a:r>
          </a:p>
        </p:txBody>
      </p:sp>
    </p:spTree>
    <p:extLst>
      <p:ext uri="{BB962C8B-B14F-4D97-AF65-F5344CB8AC3E}">
        <p14:creationId xmlns:p14="http://schemas.microsoft.com/office/powerpoint/2010/main" val="17389293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A686B-A832-46ED-8E11-9C8B346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εμπειρία γίνεται ένας γρήγορος, επαναληπτικός κύκλος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1E521-FFB8-4A7F-A4A5-58CE6EE0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C0AD6-1123-4843-A2B7-1A4596AF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FF6A1-CCB5-4499-9177-99111F1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33237-ADDC-433A-9D3C-811877CB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B79B0-2EE1-4DA4-AE66-8590C53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Drag components και σύνδεσέ τα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8289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8C289-93EA-4574-BC17-DFC13A1D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E6BDF-B615-4333-B952-B891886D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2EA3B-1ADF-4C34-AC5C-85481134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E59BE-0D4E-40B8-9571-E5BB1853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Δες outputs, dependencies και leakage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6864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F9B36-0DA5-4A61-941E-FED4847F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BA2AA-4693-4963-816C-B9F92594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ACA3D-3D86-49AD-B1C4-B642553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95E99-1763-437C-BEE5-6D64137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Smoke test ή full experiment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85439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D7217-2DA9-4027-99C8-887CD83D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3B280-E393-415A-B2B0-5B2D22FE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A585B-925A-472C-A1BA-8CE7B62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52F8C-DE43-4DCF-9C67-C784FD7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Κράτησε baseline και variants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514AE-CB11-4CAD-B22F-16D767D3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Ο χρήστης δεν “φεύγει” από το experiment για να δει τι συνέβη.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C46CC-0E7E-461A-8A63-8FF39B60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Κάθε αλλαγή δημιουργεί versioned draft και συγκρίσιμο run.</a:t>
            </a:r>
          </a:p>
        </p:txBody>
      </p:sp>
    </p:spTree>
    <p:extLst>
      <p:ext uri="{BB962C8B-B14F-4D97-AF65-F5344CB8AC3E}">
        <p14:creationId xmlns:p14="http://schemas.microsoft.com/office/powerpoint/2010/main" val="8202287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3D469-4EB1-4DAA-B2D1-CB0FC09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0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Κάθε component ανοίγει progressive controls, όχι ωμό config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3CE7E-9429-4789-8D92-5FBF1FBE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98F8C-BE1D-42EB-B914-7D7A0CCA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1 · Pick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F8452-7201-40EE-919B-47F03609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Αναζήτηση με domain tags, inputs, outputs και compatibility.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77603-AD02-46E5-B42E-4743147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2 · Configure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B49D2-EC9D-4076-907E-70456A0C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Τα συχνά params εμφανίζονται πρώτα. Advanced settings ανοίγουν μόνο όταν ζητηθούν.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8BE66-53FA-4C2A-9EC6-58436EC2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3 · 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6FD48-00CB-42CD-8BFC-2E4A891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Οι επιτρεπτές συνδέσεις φωτίζονται. Τα invalid inputs μπλοκάρονται πριν από run.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B63F4-FCB6-4166-BC53-0E71D979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4 · 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2E9A3-9E35-4AFE-A26F-FFE7CA16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95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Preview columns, distributions, missingness και causality flags μέσα στο node.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3714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F3D12-331C-433A-948B-45D4CC9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Παράδειγμα node: feature + helpers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C66DF-2437-48C0-864A-5847F07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0B9D0-30D2-4BB8-8D9A-E6003B28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4B6B9-A0B6-4D34-8D49-4BE67DF9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43375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25507-C5F2-4B8F-A939-F01CDAC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910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Volatility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59623-9786-421A-9A84-42C4C8D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529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rolling_windows: 96 · output: vol_rolling_96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B9577-160A-4021-A75B-387E2CEA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B7B85-E75F-4F39-BB33-2C784FB0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62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 normalization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16B10-0FC1-4E4A-AF9C-016C3F4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95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FD616-2B94-4BD5-820D-BD3A6CD3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62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 transform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2AFEE-F063-46E0-B5D7-DE52D11F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626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σύνθετη YAML ιεραρχία γίνεται nested interaction μέσα στο ίδιο component.</a:t>
            </a:r>
          </a:p>
        </p:txBody>
      </p:sp>
    </p:spTree>
    <p:extLst>
      <p:ext uri="{BB962C8B-B14F-4D97-AF65-F5344CB8AC3E}">
        <p14:creationId xmlns:p14="http://schemas.microsoft.com/office/powerpoint/2010/main" val="5492825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CB735-547D-44EF-A9C3-2183BC76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validation πρέπει να είναι συνεχές και εξηγήσιμο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0CE11-1267-4216-9E0D-1D34567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2286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3FB49-A6AF-426A-8E6A-FB4B234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DAA88-BF2F-4BFA-8500-4CBA8DBB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Όλα τα required params συμπληρωμένα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7E76C-B4EB-485C-B8D1-9C231262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716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87ED7-069D-40BB-BAA5-61A11660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3162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BEB99-DD46-4579-8406-B58EEAD4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47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54B49-A166-45D3-9E01-DFB8BC9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479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Κάθε input column παράγεται πριν χρησιμοποιηθεί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AE00F-EBA2-4DB3-BBA3-27F2EC89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479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DF8FC-6CDE-4A6E-93C6-74BA0184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14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4038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E23EF-1E18-46EC-A3E4-D86CADB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39688-50B9-4797-AAA1-F2A0D4C0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242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Target/future columns δεν περνούν στα model inputs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4B6B1-9EC6-40B3-BD2F-1BE15CAE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242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64B4B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FCB84-65B8-4E45-902C-0D386DE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90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4914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0253D-972E-4BB0-8BBD-E052F637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470A3-C2E9-4DF2-9B7F-83043081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Next-bar timing, costs και slippage είναι explicit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B91A3-15EF-47F7-8652-EC971D05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5E07E-F342-4E20-9314-559906C7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67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09EAD-3051-40D3-B666-F6AD8118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F8AB1-57FC-4700-B9FE-58333BCB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Click στο BLOCK → highlight το node, εξηγεί τον κίνδυνο και προτείνει ασφαλή διόρθωση.</a:t>
            </a:r>
          </a:p>
        </p:txBody>
      </p:sp>
    </p:spTree>
    <p:extLst>
      <p:ext uri="{BB962C8B-B14F-4D97-AF65-F5344CB8AC3E}">
        <p14:creationId xmlns:p14="http://schemas.microsoft.com/office/powerpoint/2010/main" val="7136203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AC6758-FF20-40FA-8608-C1F8C826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Τα αποτελέσματα ανοίγουν μέσα στο ίδιο experiment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FED83-096D-4E52-AE25-FB07BA10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6BFE1-44EE-4B15-8B79-160B7E26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971EE-8ACA-4546-9F86-AB2CDDB9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13C95-34CB-47C7-B079-2CB7A47F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BB21B-9ED8-4819-871D-F669A7E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3095625" y="18859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62000" y="5095875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762000" y="2381250"/>
            <a:ext cx="0" cy="2714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762000" y="4476750"/>
            <a:ext cx="8096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1571625" y="4476750"/>
            <a:ext cx="809625" cy="95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2381250" y="3905250"/>
            <a:ext cx="8096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3190875" y="3905250"/>
            <a:ext cx="8096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4000500" y="3238500"/>
            <a:ext cx="809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4810125" y="2857500"/>
            <a:ext cx="8096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5619750" y="2524125"/>
            <a:ext cx="95250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4E78C-0129-4B85-AA20-D296324B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OOS equity · fold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B0C32-CFC0-47A2-8AFC-6306A0A0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C937E-8F34-4A4F-8C31-34B76C1D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Sharpe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015C1-C5EB-4F35-A35F-5E0677F1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1.42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61FEE-06ED-4395-9E18-A15E3ED3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92F11-4B13-4200-A36B-1605F6F2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Max DD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F9221-4BEF-401B-9321-3E58DA7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−8.7%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CB2CB-62CE-482F-A70E-C54EDDC0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4381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F4824-B221-4966-A3BC-FBCC4B1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Compare with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23E5D-0BBF-4E47-AEDB-8AD3CB74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51386-78CF-4961-9E8F-59D7D1C2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3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Baseline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60150E-0165-4261-A970-147D0B4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319B6A-F86E-45FD-A014-4A823CE4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4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Threshold 0.55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65FB50-71B3-4835-BFD6-F099BF67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397F03-6915-4336-8963-911EAED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48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No volatility feature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E23BC-4469-4FBA-BF0E-FC7D4A41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run είναι νέο state του ίδιου αντικειμένου — όχι αρχείο που ψάχνουμε μετά.</a:t>
            </a:r>
          </a:p>
        </p:txBody>
      </p:sp>
    </p:spTree>
    <p:extLst>
      <p:ext uri="{BB962C8B-B14F-4D97-AF65-F5344CB8AC3E}">
        <p14:creationId xmlns:p14="http://schemas.microsoft.com/office/powerpoint/2010/main" val="1896317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A00C3-EDD2-4F39-A36C-73422F1F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1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νέα πληροφοριακή αρχιτεκτονική έχει τέσσερις καθαρές περιοχές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80FBB-D36E-4662-92F3-AD5068B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8C5BE-82C1-4B83-8532-FE472FE5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796FC-52E2-43F4-9D54-17EB007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6DBF3-9298-41C9-9AF2-4D73C99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Create, import YAML, templates, drafts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FC320-38A1-448A-8DA5-B962A67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0F8A0-383E-4DC6-BE03-CF22614A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383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5209C-9E7B-4FE3-A7F9-6E8CD756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Queue, status, logs, artifacts, reproducibility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AFFE8-9611-405F-8E05-7528D571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968BC-1B3A-4388-86F3-ACF339B2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262EC-0ED2-4611-9EDA-2F6E3A4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Baselines, variants, fold metrics, 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744BD-DDB5-4C35-8AB3-2691F12A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671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28BE8-5D11-42D0-BF92-F8CFE55A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33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2FA6B-BA94-471E-B6E9-5FE54C5B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Paper/demo monitoring με ξεχωριστά safety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503E0-8C70-4E5E-83C2-2FC7B22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σημερινό Research / Execution split διατηρείται ως domain boundary, όχι ως περιορισμός της ροής.</a:t>
            </a:r>
          </a:p>
        </p:txBody>
      </p:sp>
    </p:spTree>
    <p:extLst>
      <p:ext uri="{BB962C8B-B14F-4D97-AF65-F5344CB8AC3E}">
        <p14:creationId xmlns:p14="http://schemas.microsoft.com/office/powerpoint/2010/main" val="4526982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CE711-1D26-4501-AA33-0FA0D623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3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refactor πρέπει να ξεκινήσει από shared experiment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B525E-D663-471F-A52A-A0559C61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60867-0D04-47E3-A1FC-E9E4094D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98489-1BD0-4D3B-8929-872F1A11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UI shell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DDA41-5F7E-4B19-8FAF-DFC1E92D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Canvas, inspector, command bar, panels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DCFFB-1993-449B-A54A-B2409494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669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20773-61A4-47AF-9461-A9279F64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38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Experiment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995F9-EB0C-4243-9759-A704AD1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38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Versioned graph ↔ YAML round-trip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B0B05-CAB4-4292-93BC-B92E7FCD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CBBF8-D505-42A4-A9DB-900D1B8E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76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Schema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81324-6498-49F1-94F5-D28F4BD9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76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Registry, typed params, I/O contracts,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EB5F4-F944-48F2-91F9-77E3F597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43C7B-F66F-4A44-BBC2-16C792BA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Run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5254A-75F3-4B00-B745-AC5A6C55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1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Queue, progress events, cancellation,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9AAC9-E80B-4034-AF7C-8937AD9D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B209E-6800-4380-BA7E-0D91CE3B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Analysis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A0AD2-9563-446D-B059-CB28D1A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Metrics, series, comparisons,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4BD3D-C45F-4E1D-B0DF-2F314E3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Κρατάμε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06420-A4D5-4D7F-BCCB-BC7D8D6D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registries, loaders, catalogs, artifact readers, execution safety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4DE2D-0901-4358-980B-2232DBBE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1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4B4B"/>
                </a:solidFill>
                <a:latin typeface="Arial"/>
                <a:ea typeface="Arial"/>
                <a:cs typeface="Arial"/>
              </a:rPr>
              <a:t>Ξαναγράφουμε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8B1D8-279E-4B2F-BBC8-7185168A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72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frontend shell, experiment state model, run orchestration UX</a:t>
            </a:r>
          </a:p>
        </p:txBody>
      </p:sp>
    </p:spTree>
    <p:extLst>
      <p:ext uri="{BB962C8B-B14F-4D97-AF65-F5344CB8AC3E}">
        <p14:creationId xmlns:p14="http://schemas.microsoft.com/office/powerpoint/2010/main" val="13873020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4A681-B569-47DB-A40B-12D99D83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Τρεις φάσεις μειώνουν το ρίσκο χωρίς να εγκλωβίζουν το νέο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F5460-EA09-4AD7-B867-B0613A18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4CDCA-1066-4640-956B-EACAED1A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96D7B-4C6B-49D9-B67B-E8E1FD15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B75F6-7D86-4180-9066-0833EE69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Experiment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F0A0D-D72F-4C94-9826-C07DB30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Import/export YAML, schema validation, drafts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9CF2-3989-4434-90EB-0D7DA27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CDD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EA682-7FEA-4432-A1EF-17159327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632A5-537E-4A9B-A582-8D9938A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AFF96-E01E-4D5C-A34E-9AF7D2A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43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Visual builder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7300F-AC84-4563-8836-A31E8FF6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Canvas, inspector, dependency graph, live preview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3BDEA-15ED-44FD-8B26-D30EBBEE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CDD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052A7-472E-48C6-B278-754AB07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9CD1F-477C-4F13-9DEE-B8D0EE7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C9A90-A300-4439-A67D-F924D449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Integrated runs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44787-9C01-4B46-9DFC-733E4418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Queue, embedded results, compare, 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721EF-676C-4F64-B0EE-36D525FA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CDD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5095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B65CD-746F-4837-9423-8893DD51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Decision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A82E3-DEDE-4CC2-83E6-1F35F210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81625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Αν αποδεχτούμε το Experiment Studio ως κύριο προϊόν, αξίζει νέο frontend foundation αντί για incremental επέκταση του σημερινού dashboard.</a:t>
            </a:r>
          </a:p>
        </p:txBody>
      </p:sp>
    </p:spTree>
    <p:extLst>
      <p:ext uri="{BB962C8B-B14F-4D97-AF65-F5344CB8AC3E}">
        <p14:creationId xmlns:p14="http://schemas.microsoft.com/office/powerpoint/2010/main" val="7488488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5C666-4AB8-4E67-A75C-78773090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Η νέα εμπειρία σε μία πρόταση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3525B-7E5F-41B0-9F59-16D60C9F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0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Χτίζω, ελέγχω,</a:t>
            </a:r>
          </a:p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τρέχω και συγκρίνω</a:t>
            </a:r>
          </a:p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χωρίς να εγκαταλείπω</a:t>
            </a:r>
          </a:p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experiment.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66457-4711-4F4B-B430-4B0DF2EF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Το YAML παραμένει η αλήθεια. Το app γίνεται ο καλύτερος τρόπος να τη δημιουργείς και να την καταλαβαίνεις.</a:t>
            </a:r>
          </a:p>
        </p:txBody>
      </p:sp>
    </p:spTree>
    <p:extLst>
      <p:ext uri="{BB962C8B-B14F-4D97-AF65-F5344CB8AC3E}">
        <p14:creationId xmlns:p14="http://schemas.microsoft.com/office/powerpoint/2010/main" val="438546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2026-07-23T09:03:52.2280000Z</dcterms:created>
  <dcterms:modified xsi:type="dcterms:W3CDTF">2026-07-23T09:03:52.2280000Z</dcterms:modified>
</coreProperties>
</file>